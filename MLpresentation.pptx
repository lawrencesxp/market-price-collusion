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bb9e4ecb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bb9e4ecb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bb9e4ecb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bb9e4ecb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bb9e4ecb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bb9e4ecb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bb9e4ec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bb9e4ec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bb9e4ecb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bb9e4ecb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bb9e4ecb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bb9e4ecb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bb9e4ecb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bb9e4ec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bd3fec0e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bd3fec0e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965150"/>
            <a:ext cx="5749800" cy="4178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2pn2zRsA-Yp4f8k7at3Ck6N554fHhqgO/view" TargetMode="External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shubhambathwal/flight-price-prediction" TargetMode="External"/><Relationship Id="rId4" Type="http://schemas.openxmlformats.org/officeDocument/2006/relationships/hyperlink" Target="https://www.kaggle.com/datasets/dilwong/flightprices" TargetMode="External"/><Relationship Id="rId5" Type="http://schemas.openxmlformats.org/officeDocument/2006/relationships/hyperlink" Target="https://www.lieffcabraser.com/antitrust/air-ticket-price-collusion/" TargetMode="External"/><Relationship Id="rId6" Type="http://schemas.openxmlformats.org/officeDocument/2006/relationships/hyperlink" Target="https://www.analyticsvidhya.com/blog/2022/01/flight-fare-prediction-using-machine-lear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44450"/>
            <a:ext cx="8520600" cy="333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Simulating market </a:t>
            </a:r>
            <a:r>
              <a:rPr lang="en"/>
              <a:t>competition &amp; collusion</a:t>
            </a:r>
            <a:r>
              <a:rPr lang="en"/>
              <a:t> using reinforcement learning and bayesian game theory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4522200"/>
            <a:ext cx="91440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Lawrence Swaminathan Xavier Prince, </a:t>
            </a:r>
            <a:br>
              <a:rPr lang="en"/>
            </a:br>
            <a:r>
              <a:rPr lang="en"/>
              <a:t>Northeastern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Q-learning and Q-tables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65150"/>
            <a:ext cx="57498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>
                <a:solidFill>
                  <a:schemeClr val="dk1"/>
                </a:solidFill>
              </a:rPr>
              <a:t>Q-learning is a model-free reinforcement learning algorithm used to learn the optimal action-selection policy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❏"/>
            </a:pPr>
            <a:r>
              <a:rPr lang="en">
                <a:solidFill>
                  <a:schemeClr val="dk1"/>
                </a:solidFill>
              </a:rPr>
              <a:t>Learn what action to take in a given state to maximize long-term rewards.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/>
              <a:t>Q(s, a) ← Q(s, a) + α [reward + γ * max Q(s’, a’) – Q(s, a)]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/>
              <a:t>Where: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Char char="❏"/>
            </a:pPr>
            <a:r>
              <a:rPr lang="en"/>
              <a:t>s is current state, a is action,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Char char="❏"/>
            </a:pPr>
            <a:r>
              <a:rPr lang="en"/>
              <a:t>α is learning rate,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Char char="❏"/>
            </a:pPr>
            <a:r>
              <a:rPr lang="en"/>
              <a:t>γ is discount factor for future rewards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500" y="1031360"/>
            <a:ext cx="3082499" cy="280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determination using Q-tables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31163" y="466675"/>
            <a:ext cx="8681700" cy="38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 States: Decision context is determined by state: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Price (low/medium/high)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Profit (losing money/modest/high profit)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rank (1st through 5th) - relative_price (through prior observation)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Actions: Option to adjust prices by -10%, -5%, -2%, 0%, +2%, +5%, or +10%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First the airlines learn against static competitors who have fixed prices. Data is inserted into a q-table and then they start competing against each other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11387" l="0" r="0" t="0"/>
          <a:stretch/>
        </p:blipFill>
        <p:spPr>
          <a:xfrm>
            <a:off x="489863" y="3451225"/>
            <a:ext cx="8164275" cy="15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setup and rules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559650"/>
            <a:ext cx="5195700" cy="30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5 airlines competing to set ticket prices over several hundred days.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Customers prefer cheaper airlines over expensive ones. Customer demand is continuous.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Low performing airlines try to decrease prices to gain market share. High performing airlines try to increase prices to gain higher profit. Airlines may change price everyday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There is a price floor, airlines must charge at least $75 to stay profitable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Avoid Nash Equilibrium (most commonly used solution)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200" y="1573088"/>
            <a:ext cx="3331800" cy="199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91025" y="11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 #1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war without bounds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91025" y="1068775"/>
            <a:ext cx="470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Without a bottom ceiling, all airlines indefinitely decrease prices to chase customers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Negative prices &amp; profit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Equilibrium at negative </a:t>
            </a:r>
            <a:r>
              <a:rPr lang="en"/>
              <a:t>infinity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24625" l="0" r="0" t="0"/>
          <a:stretch/>
        </p:blipFill>
        <p:spPr>
          <a:xfrm>
            <a:off x="4688625" y="0"/>
            <a:ext cx="44553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1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 #2 Price war with bottom ceiling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0750" y="682925"/>
            <a:ext cx="2282100" cy="4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Airlines will quickly decrease prices to their break-even point ($75)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Only noise will disrupt equilibrium at $75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600" y="682925"/>
            <a:ext cx="6807400" cy="446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182350" y="10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war with collusion, price matching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26900" y="738925"/>
            <a:ext cx="4725300" cy="4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Encourage collusion, penalty for very high and very low prices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Low performing airlines will start to mimic the top performing ones (generally by decreasing prices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</a:t>
            </a:r>
            <a:r>
              <a:rPr lang="en"/>
              <a:t>irlines may discover that maintaining similar prices to competitors (collusion) leads to higher profits for everyone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Co-operation as an emergent property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500" y="827725"/>
            <a:ext cx="30956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965150"/>
            <a:ext cx="57498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965150"/>
            <a:ext cx="57498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https://www.kaggle.com/datasets/shubhambathwal/flight-price-prediction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https://www.kaggle.com/datasets/dilwong/flightprices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Airline Ticket Price Collusion - AntitrustLieff Cabraserhttps://www.lieffcabraser.com › antitrust › air-ticket-pric...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Flight Price Prediction Using Machine LearningAnalytics Vidhyahttps://www.analyticsvidhya.com › blog › 2022/01 › fli...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